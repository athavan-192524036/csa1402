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63" r:id="rId4"/>
    <p:sldId id="270" r:id="rId5"/>
    <p:sldId id="262" r:id="rId7"/>
    <p:sldId id="261" r:id="rId8"/>
    <p:sldId id="267" r:id="rId9"/>
    <p:sldId id="274" r:id="rId10"/>
    <p:sldId id="275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A997E-A600-4B4F-99B2-6917CFE0AD32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55BA5-E4D8-496D-89B0-35004DB4E92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55BA5-E4D8-496D-89B0-35004DB4E92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55BA5-E4D8-496D-89B0-35004DB4E92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AB700-C024-4E44-AF3B-F758F5F33F4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FF128-9D8D-468A-BD3B-26733E5D8F0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375" y="1028065"/>
            <a:ext cx="9470390" cy="1276985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CHATRIX – COMPILER-BASED FRAMEWORK FOR SECURE CHAT MESSAGE ANALYSIS AND OPTIMIZATION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747" y="2568846"/>
            <a:ext cx="9429509" cy="306791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CSA1402-Compiler Design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 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Dr.N.Deepa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SIMATS Engineering, SIMATS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Kamalesh V (192421294)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Gautham B (192421318)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Athavan 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(192524036)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 charan P (192511107)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4" name="Freeform 3"/>
          <p:cNvSpPr/>
          <p:nvPr/>
        </p:nvSpPr>
        <p:spPr>
          <a:xfrm>
            <a:off x="283029" y="229876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820400" y="98697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207900" y="230188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723500" y="98696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40155" y="1556385"/>
            <a:ext cx="9712325" cy="471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is essential in modern messaging applications such as WhatsApp.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messages may contain spam, malicious links, offensive content, or redundant information.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CHATRIX, a compiler-based framework for secure chat message analysis and optimization.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applies compiler phases to analyze and validate messages before they are sent.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performs lexical analysis, syntax analysis, semantic analysis, intermediate representation, code optimization, and secure message generation.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suspicious content, validates message structure, optimizes readability, and generates a secure message for transmission.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420" y="4854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248452" y="292036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682948" y="377082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8873" y="1811136"/>
            <a:ext cx="10254205" cy="4523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messaging applications mainly focus on message delivery and encryption, not message analysis.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messages are sent without compiler-based lexical, syntax, or semantic validation.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detection of spam messages, phishing links, and suspicious content before transmission.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automatic message optimization to remove redundant words or improve readability.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basic security warnings but do not explain or analyze the message before sending.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visualization of compiler phases, making it difficult to understand how messages are processed.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53" y="321578"/>
            <a:ext cx="10515600" cy="107790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DEPLOYMENT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291" y="1919266"/>
            <a:ext cx="10093125" cy="353793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is used to build a simple and interactive user interface.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FastAPI (Python) processes chat messages and performs compiler analysis.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 stores user details, chat history, and analysis results.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&amp; Analysis Tools: Python (re), NLTK, and spaCy are used for message analysis and optimization.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Visual Studio Code, Git, and Postman are used for development and testing.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Frontend is deployed on Vercel, backend on Render, and database on MongoDB Atlas.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207900" y="216432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723500" y="216432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048000" y="29155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918" y="787913"/>
            <a:ext cx="948516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Message Input &amp; Lexical Analysis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207900" y="216432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872562" y="216431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58925" y="2299653"/>
            <a:ext cx="9313545" cy="392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is the first phase of the CHATRIX compiler.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receives the chat message entered by the user.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message is scanned and divided into meaningful tokens.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Tokens such as words, URLs, emojis, numbers, hashtags, mentions, and special symbols are identified.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are used to recognize different token patterns.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token stream is forwarded to the next compiler phase for validation.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754" y="365125"/>
            <a:ext cx="915557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Structure &amp; Semantic Validation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207900" y="216432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723500" y="98696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80310" y="1878330"/>
            <a:ext cx="10729732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performs syntax and semantic analysis on the generated tokens.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message structure is verified according to predefined communication rules.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Suspicious keywords, spam content, phishing links, and offensive words are detected.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semantic analyzer validates the meaning and consistency of the message.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policies are applied to identify potential threats.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validated message is then passed to the Intermediate Representation phase.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07900" y="216432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723500" y="98696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309" y="2423820"/>
            <a:ext cx="10515600" cy="32259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 (IR) is generated from the validated message.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is converted into a structured internal representation.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IR organizes tokens and their relationships for efficient processing.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representation simplifies further analysis and optimization.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uses the IR to improve message quality while preserving its meaning.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IR is forwarded to the optimization phase.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2658" y="501445"/>
            <a:ext cx="9006348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Message Representation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07900" y="216432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10723500" y="98696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230" y="2456180"/>
            <a:ext cx="9765030" cy="273431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 is performed on the Intermediate Representation.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words, repeated content, and unnecessary text are removed.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readability is improved without changing its original meaning.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warnings are generated for suspicious links and harmful content.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generates a secure and optimized version of the message.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optimized message is finally sent to the receiver through the messaging application.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2658" y="501445"/>
            <a:ext cx="9006348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z="4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Message Optimization &amp; Secure Output</a:t>
            </a:r>
            <a:endParaRPr kumimoji="0" lang="en-US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07900" y="216432"/>
            <a:ext cx="1179496" cy="92920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5" name="Freeform 4"/>
          <p:cNvSpPr/>
          <p:nvPr/>
        </p:nvSpPr>
        <p:spPr>
          <a:xfrm>
            <a:off x="10723500" y="98696"/>
            <a:ext cx="1260600" cy="9292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>
              <a:defRPr>
                <a:latin typeface="+mn-lt"/>
                <a:ea typeface="+mn-ea"/>
                <a:cs typeface="+mn-cs"/>
                <a:sym typeface="Calibri" panose="020F0502020204030204"/>
              </a:defRPr>
            </a:p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157468" y="2442257"/>
            <a:ext cx="10196332" cy="37347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3983</Words>
  <Application>WPS Presentation</Application>
  <PresentationFormat>Widescreen</PresentationFormat>
  <Paragraphs>78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Helvetica</vt:lpstr>
      <vt:lpstr>Calibri</vt:lpstr>
      <vt:lpstr>Microsoft YaHei</vt:lpstr>
      <vt:lpstr>Arial Unicode MS</vt:lpstr>
      <vt:lpstr>Calibri Light</vt:lpstr>
      <vt:lpstr>Calibri</vt:lpstr>
      <vt:lpstr>Office Theme</vt:lpstr>
      <vt:lpstr>MINI COMPILER FRONT-END WITH CUSTOM LEX RULES</vt:lpstr>
      <vt:lpstr>INTRODUCTION</vt:lpstr>
      <vt:lpstr>LIMITATIONS</vt:lpstr>
      <vt:lpstr>SOFTWARE &amp; DEPLOYMENT </vt:lpstr>
      <vt:lpstr>MODULE 1:  Lexical Token Specification &amp; DFA Design</vt:lpstr>
      <vt:lpstr>MODULE 2:Finite Automata &amp; Regular Expression Engine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Thulasi I</dc:creator>
  <cp:lastModifiedBy>Dharanisree Pachaiyappan</cp:lastModifiedBy>
  <cp:revision>11</cp:revision>
  <dcterms:created xsi:type="dcterms:W3CDTF">2026-04-29T08:45:00Z</dcterms:created>
  <dcterms:modified xsi:type="dcterms:W3CDTF">2026-07-28T03:26:11Z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92B517664AEA473A8120EE3F084784DA_13</vt:lpwstr>
  </property>
</Properties>
</file>